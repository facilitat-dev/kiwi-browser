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81C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6556"/>
          </a:solidFill>
          <a:ln/>
        </p:spPr>
      </p:sp>
      <p:pic>
        <p:nvPicPr>
          <p:cNvPr id="4" name="Image 0" descr="/home/workdir/artifacts/canopy-branding/logos/mark-helmet-canopy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02920"/>
            <a:ext cx="3840480" cy="5760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kit for agents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59893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Privacy-centric browser  ·  Android &amp; Linux  ·  Folio Calm Sage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place on the open web.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181C1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109728" cy="2880360"/>
          </a:xfrm>
          <a:prstGeom prst="rect">
            <a:avLst/>
          </a:prstGeom>
          <a:solidFill>
            <a:srgbClr val="49655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108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is a privacy-centric browser for Android and Linux. It covers the reader — trackers stay outside the canopy.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181C1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371600"/>
            <a:ext cx="109728" cy="2880360"/>
          </a:xfrm>
          <a:prstGeom prst="rect">
            <a:avLst/>
          </a:prstGeom>
          <a:solidFill>
            <a:srgbClr val="496556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feels like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011680"/>
            <a:ext cx="3108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literate, protective. More forest study than operations center. Adult software, not a mascot or a threat poster.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92440" y="137160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181C1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371600"/>
            <a:ext cx="109728" cy="2880360"/>
          </a:xfrm>
          <a:prstGeom prst="rect">
            <a:avLst/>
          </a:prstGeom>
          <a:solidFill>
            <a:srgbClr val="496556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not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011680"/>
            <a:ext cx="3108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VPN billboard, not a crypto wallet, not neon-hacker chrome, not military cosplay.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44805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4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  ·  Browse under cover.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48463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Alts:  “Privacy that grows with you.”    “Cover for what you read.”    “What you read stays under the canopy.”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 ·  BRAND KIT  ·  FOR AGENTS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05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METAPHOR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+ guardian + private knowledge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139903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176479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cover. Shade, growth, an umbrella of leaves. The product name is the metaphor — not a decoration.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295351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331927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Faceted helmet or shield. Protection without aggression. Armor is geometric, never skulls or weapons.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526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83080" y="4507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knowledge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48737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and the locked cubes. Reading is the act. Data stays sealed. Use this pair only in narrative art.</a:t>
            </a:r>
            <a:endParaRPr lang="en-US" sz="1400" dirty="0"/>
          </a:p>
        </p:txBody>
      </p:sp>
      <p:pic>
        <p:nvPicPr>
          <p:cNvPr id="17" name="Image 0" descr="/home/workdir/artifacts/canopy-branding/logos/emblem-full-narrat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234440"/>
            <a:ext cx="3840480" cy="4846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 ·  BRAND KIT  ·  FOR AGENTS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47120" y="65105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idea, four resolutions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788920" cy="4846320"/>
          </a:xfrm>
          <a:prstGeom prst="roundRect">
            <a:avLst>
              <a:gd name="adj" fmla="val 3279"/>
            </a:avLst>
          </a:prstGeom>
          <a:solidFill>
            <a:srgbClr val="181C1A"/>
          </a:solidFill>
          <a:ln/>
        </p:spPr>
      </p:sp>
      <p:pic>
        <p:nvPicPr>
          <p:cNvPr id="6" name="Image 0" descr="/home/workdir/artifacts/canopy-branding/logos/glyph-favicon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325880"/>
            <a:ext cx="2286000" cy="288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Glyph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" y="46451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leaves on a shield. Favicon and 16–64 px.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143000"/>
            <a:ext cx="2788920" cy="4846320"/>
          </a:xfrm>
          <a:prstGeom prst="roundRect">
            <a:avLst>
              <a:gd name="adj" fmla="val 3279"/>
            </a:avLst>
          </a:prstGeom>
          <a:solidFill>
            <a:srgbClr val="181C1A"/>
          </a:solidFill>
          <a:ln/>
        </p:spPr>
      </p:sp>
      <p:pic>
        <p:nvPicPr>
          <p:cNvPr id="10" name="Image 1" descr="/home/workdir/artifacts/canopy-branding/logos/icon-canopy-shield-d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325880"/>
            <a:ext cx="2286000" cy="2880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2152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icon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02152" y="46451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Radiating leaves over a shield. Launcher 192–512.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63640" y="1143000"/>
            <a:ext cx="2788920" cy="4846320"/>
          </a:xfrm>
          <a:prstGeom prst="roundRect">
            <a:avLst>
              <a:gd name="adj" fmla="val 3279"/>
            </a:avLst>
          </a:prstGeom>
          <a:solidFill>
            <a:srgbClr val="181C1A"/>
          </a:solidFill>
          <a:ln/>
        </p:spPr>
      </p:sp>
      <p:pic>
        <p:nvPicPr>
          <p:cNvPr id="14" name="Image 2" descr="/home/workdir/artifacts/canopy-branding/logos/mark-helmet-canopy-dar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325880"/>
            <a:ext cx="2286000" cy="2880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28232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mark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28232" y="46451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with living canopy. Marketing, splash.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189720" y="1143000"/>
            <a:ext cx="2788920" cy="4846320"/>
          </a:xfrm>
          <a:prstGeom prst="roundRect">
            <a:avLst>
              <a:gd name="adj" fmla="val 3279"/>
            </a:avLst>
          </a:prstGeom>
          <a:solidFill>
            <a:srgbClr val="181C1A"/>
          </a:solidFill>
          <a:ln/>
        </p:spPr>
      </p:sp>
      <p:pic>
        <p:nvPicPr>
          <p:cNvPr id="18" name="Image 3" descr="/home/workdir/artifacts/canopy-branding/logos/emblem-full-narrativ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2" y="1325880"/>
            <a:ext cx="2286000" cy="28803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54312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emblem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354312" y="46451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Knight, book, locked cubes. Campaigns only.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LOCKUPS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Wordmark sits to the right of the mark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2468880"/>
          </a:xfrm>
          <a:prstGeom prst="roundRect">
            <a:avLst>
              <a:gd name="adj" fmla="val 2963"/>
            </a:avLst>
          </a:prstGeom>
          <a:solidFill>
            <a:srgbClr val="181C1A"/>
          </a:solidFill>
          <a:ln/>
        </p:spPr>
      </p:sp>
      <p:pic>
        <p:nvPicPr>
          <p:cNvPr id="6" name="Image 0" descr="/home/workdir/artifacts/canopy-branding/logos/lockup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88720"/>
            <a:ext cx="923544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703320"/>
            <a:ext cx="113385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3F4843"/>
            </a:solidFill>
            <a:prstDash val="solid"/>
          </a:ln>
        </p:spPr>
      </p:sp>
      <p:pic>
        <p:nvPicPr>
          <p:cNvPr id="8" name="Image 1" descr="/home/workdir/artifacts/canopy-branding/logos/lockup-ligh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794760"/>
            <a:ext cx="923544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 ·  FOLIO CALM SAGE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invent extra greens or cyans.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496556"/>
          </a:solidFill>
          <a:ln w="9525">
            <a:solidFill>
              <a:srgbClr val="3F4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2377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2679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#496556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10515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6B8E7D"/>
          </a:solidFill>
          <a:ln w="9525">
            <a:solidFill>
              <a:srgbClr val="3F4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7208" y="2377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seed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07208" y="2679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#6B8E7D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10515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98B4A4"/>
          </a:solidFill>
          <a:ln w="9525">
            <a:solidFill>
              <a:srgbClr val="3F4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3208" y="2377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light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93208" y="2679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#98B4A4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69480" y="10515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2F483D"/>
          </a:solidFill>
          <a:ln w="9525">
            <a:solidFill>
              <a:srgbClr val="3F4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9208" y="2377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79208" y="2679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#2F483D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55480" y="10515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D4B197"/>
          </a:solidFill>
          <a:ln w="9525">
            <a:solidFill>
              <a:srgbClr val="3F4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65208" y="2377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65208" y="2679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#D4B197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38328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A6B7C6"/>
          </a:solidFill>
          <a:ln w="9525">
            <a:solidFill>
              <a:srgbClr val="3F4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4709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" y="5010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#A6B7C6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97480" y="338328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F7F9F7"/>
          </a:solidFill>
          <a:ln w="9525">
            <a:solidFill>
              <a:srgbClr val="3F4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4709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07208" y="5010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#F7F9F7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338328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181C1A"/>
          </a:solidFill>
          <a:ln w="9525">
            <a:solidFill>
              <a:srgbClr val="3F4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93208" y="4709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93208" y="5010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#181C1A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69480" y="338328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E0E3DF"/>
          </a:solidFill>
          <a:ln w="9525">
            <a:solidFill>
              <a:srgbClr val="3F4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9208" y="4709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 text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79208" y="5010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#E0E3DF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&amp;  VOICE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 2 for display. Figtree for UI.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56235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4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 ·  Exo 2 Semibold, tracking +80–120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F4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Wordmark is all caps. Headlines are sentence case.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and UI — Figtree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16/24 body. 13/18 labels. Medium for actions.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F4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Fallbacks: Source Sans 3, Inter.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F4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for URLs and logs: JetBrains Mono.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75488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bake a tagline into the wordmark.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181C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169164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Calm. Precise. Protective.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Unflashy. Literate.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278892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“Trackers stay outside the canopy.”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“Shields up. Trackers out.”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41148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B1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B1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“UNLEASH MILITARY-GRADE ANONYMITY.”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B1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copy, leet-speak, Web3 hype.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 ·  BRAND KIT  ·  FOR AGENTS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canopy intact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5623560" cy="4937760"/>
          </a:xfrm>
          <a:prstGeom prst="roundRect">
            <a:avLst>
              <a:gd name="adj" fmla="val 1481"/>
            </a:avLst>
          </a:prstGeom>
          <a:solidFill>
            <a:srgbClr val="E7F0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Folio Calm Sage hexes.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mark to size: glyph under 64px.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UI to pine + cream text.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mark a leaf-height of clear space.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clay as a single warm note.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same brand on Android and Linux.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05156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3EBE4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17373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ship the source teal/cyan art.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put the writing knight in a toolbar.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stretch, bevel, or glossy-shadow.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add slogans inside the mark.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skulls, rifles, or hoodie-hackers.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recolor leaves gold, neon, or RGB.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 ·  BRAND KIT  ·  FOR AGENTS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05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chrome. One accent at a time.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6949440" cy="4892040"/>
          </a:xfrm>
          <a:prstGeom prst="roundRect">
            <a:avLst>
              <a:gd name="adj" fmla="val 1869"/>
            </a:avLst>
          </a:prstGeom>
          <a:solidFill>
            <a:srgbClr val="181C1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80160"/>
            <a:ext cx="6583680" cy="640080"/>
          </a:xfrm>
          <a:prstGeom prst="roundRect">
            <a:avLst>
              <a:gd name="adj" fmla="val 11429"/>
            </a:avLst>
          </a:prstGeom>
          <a:solidFill>
            <a:srgbClr val="2F483D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481328"/>
            <a:ext cx="201168" cy="201168"/>
          </a:xfrm>
          <a:prstGeom prst="ellipse">
            <a:avLst/>
          </a:prstGeom>
          <a:solidFill>
            <a:srgbClr val="6B8E7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canopy://new-tab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2356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Shields 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read stays under the canopy.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1089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2F48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821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31089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2F483D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31821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31089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2F483D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31821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14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840480"/>
            <a:ext cx="2926080" cy="1737360"/>
          </a:xfrm>
          <a:prstGeom prst="roundRect">
            <a:avLst>
              <a:gd name="adj" fmla="val 4211"/>
            </a:avLst>
          </a:prstGeom>
          <a:solidFill>
            <a:srgbClr val="2F48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233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button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891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49655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622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privately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983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primary · label cream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94760" y="384048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2F483D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40233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43891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Sage-light pip on container.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red recording dot.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use clay + plain words.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43800" y="109728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122529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26680" y="153619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bar on container. Page on pine or paper.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43800" y="228600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726680" y="2414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26680" y="272491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Hairline outline. Active tab gets a sage-light pip.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43800" y="347472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726680" y="36027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26680" y="391363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glyph. Never the writing knight.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543800" y="466344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726680" y="47914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6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icon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26680" y="510235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glyph on pine. Do not let OEM tint the mark.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81C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AGENT_BRAND.md first.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7589520" cy="685800"/>
          </a:xfrm>
          <a:prstGeom prst="roundRect">
            <a:avLst>
              <a:gd name="adj" fmla="val 8000"/>
            </a:avLst>
          </a:prstGeom>
          <a:solidFill>
            <a:srgbClr val="2F483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0759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AGENT_BRAND.md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logo roles, UI rules, copy patterns.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7589520" cy="685800"/>
          </a:xfrm>
          <a:prstGeom prst="roundRect">
            <a:avLst>
              <a:gd name="adj" fmla="val 8000"/>
            </a:avLst>
          </a:prstGeom>
          <a:solidFill>
            <a:srgbClr val="2F483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8483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tokens/tokens.json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35915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colors, type, logo system.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7589520" cy="685800"/>
          </a:xfrm>
          <a:prstGeom prst="roundRect">
            <a:avLst>
              <a:gd name="adj" fmla="val 8000"/>
            </a:avLst>
          </a:prstGeom>
          <a:solidFill>
            <a:srgbClr val="2F483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6207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tokens/tokens.css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13639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for product UI.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7589520" cy="685800"/>
          </a:xfrm>
          <a:prstGeom prst="roundRect">
            <a:avLst>
              <a:gd name="adj" fmla="val 8000"/>
            </a:avLst>
          </a:prstGeom>
          <a:solidFill>
            <a:srgbClr val="2F483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63931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logos/*.svg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91363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Glyph, app icon, wordmark, dark lockup.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343400"/>
            <a:ext cx="7589520" cy="685800"/>
          </a:xfrm>
          <a:prstGeom prst="roundRect">
            <a:avLst>
              <a:gd name="adj" fmla="val 8000"/>
            </a:avLst>
          </a:prstGeom>
          <a:solidFill>
            <a:srgbClr val="2F483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41655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logos/*.jpg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69087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marks, lockups, narrative emblem.</a:t>
            </a:r>
            <a:endParaRPr lang="en-US" sz="1200" dirty="0"/>
          </a:p>
        </p:txBody>
      </p:sp>
      <p:pic>
        <p:nvPicPr>
          <p:cNvPr id="20" name="Image 0" descr="/home/workdir/artifacts/canopy-branding/logos/glyph-favicon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0"/>
            <a:ext cx="3108960" cy="466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Canopy Brand Kit</dc:title>
  <dc:subject>Brand system for agents and designers</dc:subject>
  <dc:creator>Canopy</dc:creator>
  <cp:lastModifiedBy>Canopy</cp:lastModifiedBy>
  <cp:revision>1</cp:revision>
  <dcterms:created xsi:type="dcterms:W3CDTF">2026-09-07T23:21:20Z</dcterms:created>
  <dcterms:modified xsi:type="dcterms:W3CDTF">2026-09-07T23:21:20Z</dcterms:modified>
</cp:coreProperties>
</file>